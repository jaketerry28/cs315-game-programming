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72" r:id="rId4"/>
    <p:sldId id="274" r:id="rId5"/>
    <p:sldId id="273" r:id="rId6"/>
    <p:sldId id="271" r:id="rId7"/>
    <p:sldId id="269" r:id="rId8"/>
    <p:sldId id="258" r:id="rId9"/>
    <p:sldId id="260" r:id="rId10"/>
    <p:sldId id="259" r:id="rId11"/>
    <p:sldId id="261" r:id="rId12"/>
    <p:sldId id="262" r:id="rId13"/>
    <p:sldId id="263" r:id="rId14"/>
    <p:sldId id="270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97" d="100"/>
          <a:sy n="97" d="100"/>
        </p:scale>
        <p:origin x="1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90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18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70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71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81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0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66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44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2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9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CEAA0-CEA8-4860-9757-7A11AC3F23C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89CC4-BF93-4C69-81E7-044A4AEFD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95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1BC7-577C-51C5-2C3C-2C2F81548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Bolter Slug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0ABAB-8A61-2330-FCC4-923DD94BCF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N315 – Project Three </a:t>
            </a:r>
          </a:p>
          <a:p>
            <a:r>
              <a:rPr lang="en-US" dirty="0"/>
              <a:t>Jake Terry</a:t>
            </a:r>
            <a:br>
              <a:rPr lang="en-US" dirty="0"/>
            </a:br>
            <a:r>
              <a:rPr lang="en-US" dirty="0"/>
              <a:t>https://github.com/jaketerry28/CS315-Game-Programming/tree/main/final-project</a:t>
            </a:r>
          </a:p>
          <a:p>
            <a:r>
              <a:rPr lang="en-US" dirty="0"/>
              <a:t>https://jaketerry28.itch.io/bolt-slug</a:t>
            </a:r>
          </a:p>
        </p:txBody>
      </p:sp>
    </p:spTree>
    <p:extLst>
      <p:ext uri="{BB962C8B-B14F-4D97-AF65-F5344CB8AC3E}">
        <p14:creationId xmlns:p14="http://schemas.microsoft.com/office/powerpoint/2010/main" val="4243997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BAEF-0668-4A1A-87A5-6FF060F5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0</a:t>
            </a:r>
          </a:p>
        </p:txBody>
      </p:sp>
      <p:pic>
        <p:nvPicPr>
          <p:cNvPr id="1026" name="Picture 2" descr="Metal Slug (serie) - Wikipedia">
            <a:extLst>
              <a:ext uri="{FF2B5EF4-FFF2-40B4-BE49-F238E27FC236}">
                <a16:creationId xmlns:a16="http://schemas.microsoft.com/office/drawing/2014/main" id="{88951CF2-45BC-C88A-A747-B005E78BF5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452" y="2665383"/>
            <a:ext cx="5023362" cy="370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3272FF-E405-8638-3981-3DE850FFB7FB}"/>
              </a:ext>
            </a:extLst>
          </p:cNvPr>
          <p:cNvSpPr txBox="1"/>
          <p:nvPr/>
        </p:nvSpPr>
        <p:spPr>
          <a:xfrm>
            <a:off x="1238864" y="1956619"/>
            <a:ext cx="5230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Inspiration from Metal Slug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65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3416D-ADC1-715A-21D7-03087488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A5372-D1A0-05A1-483B-24509D4C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0.1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DFDC1-B3E2-F91C-20E1-8EB3BC3C5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some game sites on </a:t>
            </a:r>
            <a:r>
              <a:rPr lang="en-US" dirty="0" err="1"/>
              <a:t>itch.io</a:t>
            </a:r>
            <a:endParaRPr lang="en-US" dirty="0"/>
          </a:p>
          <a:p>
            <a:r>
              <a:rPr lang="en-US" dirty="0"/>
              <a:t>Make your own itch account</a:t>
            </a:r>
          </a:p>
          <a:p>
            <a:r>
              <a:rPr lang="en-US" dirty="0"/>
              <a:t>Create a page for your game – you can keep it private for now</a:t>
            </a:r>
          </a:p>
          <a:p>
            <a:r>
              <a:rPr lang="en-US" dirty="0"/>
              <a:t>Think about the graphics, text, and decorations you will need on your itch page</a:t>
            </a:r>
          </a:p>
        </p:txBody>
      </p:sp>
    </p:spTree>
    <p:extLst>
      <p:ext uri="{BB962C8B-B14F-4D97-AF65-F5344CB8AC3E}">
        <p14:creationId xmlns:p14="http://schemas.microsoft.com/office/powerpoint/2010/main" val="4123185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DCD9F-9D80-421C-CC94-6A2B466B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E7AB-4993-992F-AF5A-438C10FCC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0.2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50F86-2279-85C9-4B2C-B7B5734EE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Talk with a peer about the following, delete and add a summary of your reflection:</a:t>
            </a:r>
          </a:p>
          <a:p>
            <a:pPr lvl="1"/>
            <a:r>
              <a:rPr lang="en-US" dirty="0"/>
              <a:t>Core gameplay systems</a:t>
            </a:r>
          </a:p>
          <a:p>
            <a:pPr lvl="1"/>
            <a:r>
              <a:rPr lang="en-US" dirty="0"/>
              <a:t>How those systems are interaction loops</a:t>
            </a:r>
          </a:p>
          <a:p>
            <a:pPr lvl="1"/>
            <a:r>
              <a:rPr lang="en-US" dirty="0"/>
              <a:t>What kinds of feedback are needed for players to understand the systems</a:t>
            </a:r>
          </a:p>
          <a:p>
            <a:pPr lvl="2"/>
            <a:r>
              <a:rPr lang="en-US" dirty="0"/>
              <a:t>Visual ( animation, particles )</a:t>
            </a:r>
          </a:p>
          <a:p>
            <a:pPr lvl="2"/>
            <a:r>
              <a:rPr lang="en-US" dirty="0"/>
              <a:t>Audio</a:t>
            </a:r>
          </a:p>
          <a:p>
            <a:pPr lvl="2"/>
            <a:r>
              <a:rPr lang="en-US" dirty="0"/>
              <a:t>Haptic</a:t>
            </a:r>
          </a:p>
          <a:p>
            <a:pPr lvl="1"/>
            <a:r>
              <a:rPr lang="en-US" dirty="0"/>
              <a:t>Look for 1-2 extra learning resources for your game</a:t>
            </a:r>
          </a:p>
        </p:txBody>
      </p:sp>
    </p:spTree>
    <p:extLst>
      <p:ext uri="{BB962C8B-B14F-4D97-AF65-F5344CB8AC3E}">
        <p14:creationId xmlns:p14="http://schemas.microsoft.com/office/powerpoint/2010/main" val="1208647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03DB4-E262-F7AD-7F69-241CE2BC2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7266-4427-AF7F-068F-F6A97F7BB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0.3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77752-0DA6-E281-6357-B0173BD9A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some extra code and check it into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/>
              <a:t>Link that </a:t>
            </a:r>
            <a:r>
              <a:rPr lang="en-US" dirty="0" err="1"/>
              <a:t>Github</a:t>
            </a:r>
            <a:r>
              <a:rPr lang="en-US" dirty="0"/>
              <a:t> commit here</a:t>
            </a:r>
          </a:p>
        </p:txBody>
      </p:sp>
    </p:spTree>
    <p:extLst>
      <p:ext uri="{BB962C8B-B14F-4D97-AF65-F5344CB8AC3E}">
        <p14:creationId xmlns:p14="http://schemas.microsoft.com/office/powerpoint/2010/main" val="241492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63602D-8497-F075-D027-8CCC858A6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3962-152A-F023-0E1E-168DE96C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1A94C-F7EA-066F-863F-EECCA11B5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29225-F9B1-3F70-C6EE-5AE819552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816" y="1592365"/>
            <a:ext cx="8988368" cy="505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41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720FE-335A-BAFD-4601-FEACF71D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61CB-7625-31B1-5461-CB5BDBA4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1 –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C6604-306E-C76D-1AC4-9EE60DAB9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now you should have:</a:t>
            </a:r>
          </a:p>
          <a:p>
            <a:r>
              <a:rPr lang="en-US" dirty="0"/>
              <a:t>Basic interactions programmed (movement, selection.. Whatever)</a:t>
            </a:r>
          </a:p>
          <a:p>
            <a:r>
              <a:rPr lang="en-US" dirty="0"/>
              <a:t>Basic program structure implemented</a:t>
            </a:r>
          </a:p>
          <a:p>
            <a:r>
              <a:rPr lang="en-US" dirty="0"/>
              <a:t>Some placeholder assets in the game</a:t>
            </a:r>
          </a:p>
        </p:txBody>
      </p:sp>
    </p:spTree>
    <p:extLst>
      <p:ext uri="{BB962C8B-B14F-4D97-AF65-F5344CB8AC3E}">
        <p14:creationId xmlns:p14="http://schemas.microsoft.com/office/powerpoint/2010/main" val="115872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4BF36-C3FB-7074-C08A-928F7DBB0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1 – Screenshot /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3B72D-90B3-6696-1D14-3B7EEC9C4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12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CC57-6308-DD92-9141-E3E39F00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1 – Question about your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BCC92-41D4-E5CE-AA73-32412261B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74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88A88-C543-FCC6-DB1E-200647A01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1 –Aesthetics &amp;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B424B-648E-CA98-63A1-6C47084DB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this and add 2-3 takeaways from your discussion with your peer</a:t>
            </a:r>
          </a:p>
          <a:p>
            <a:r>
              <a:rPr lang="en-US" dirty="0"/>
              <a:t>How does your game “read” (what is understandable from gameplay)</a:t>
            </a:r>
          </a:p>
          <a:p>
            <a:r>
              <a:rPr lang="en-US" dirty="0"/>
              <a:t>What might be missing from the current feel that could be adjusted with timing or graphical changes</a:t>
            </a:r>
          </a:p>
          <a:p>
            <a:r>
              <a:rPr lang="en-US" dirty="0"/>
              <a:t>What mid and long term player goals could better contextualize these player actions?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51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0B44-6535-EE25-C8F3-42DB1881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1 – Meaning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EE90A-52B2-D429-03B3-3EC46C252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and add your own reflection ( How are you progressing in your technique? What about your programming process needs to change? )</a:t>
            </a:r>
          </a:p>
        </p:txBody>
      </p:sp>
    </p:spTree>
    <p:extLst>
      <p:ext uri="{BB962C8B-B14F-4D97-AF65-F5344CB8AC3E}">
        <p14:creationId xmlns:p14="http://schemas.microsoft.com/office/powerpoint/2010/main" val="807197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C6D-E782-C1AD-A65D-B50CF2A95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2 –Aesthetics and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5119-B652-5A91-9AF9-B5C272576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51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01283-EE23-35B5-374A-856EC047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2 –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E7D8B-8C08-4E66-DB2C-0EF8F1D7C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now you should have</a:t>
            </a:r>
          </a:p>
          <a:p>
            <a:pPr lvl="1"/>
            <a:r>
              <a:rPr lang="en-US" dirty="0"/>
              <a:t>Interactable / extended systems coded</a:t>
            </a:r>
          </a:p>
          <a:p>
            <a:pPr lvl="1"/>
            <a:r>
              <a:rPr lang="en-US" dirty="0"/>
              <a:t>Bugs in implementation</a:t>
            </a:r>
          </a:p>
          <a:p>
            <a:pPr lvl="1"/>
            <a:r>
              <a:rPr lang="en-US" dirty="0"/>
              <a:t>A playable game loop with end state</a:t>
            </a:r>
          </a:p>
        </p:txBody>
      </p:sp>
    </p:spTree>
    <p:extLst>
      <p:ext uri="{BB962C8B-B14F-4D97-AF65-F5344CB8AC3E}">
        <p14:creationId xmlns:p14="http://schemas.microsoft.com/office/powerpoint/2010/main" val="767231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8E4ED-C8EC-F73C-C5FA-EC496F343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8302B-D834-1851-4F36-27E7D873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2 – Screenshot /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CF831-2228-D848-D54A-B88B50E25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74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5FBD-9246-A86D-26C2-D2A124354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2 –Question about your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C329A-DF35-F432-8BF5-6DFF86F79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11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D355-D836-DD81-C625-2BB384E99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4613F-5579-2485-6545-97DB7A90B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and reflect upon these aspects of your game with a peer</a:t>
            </a:r>
          </a:p>
          <a:p>
            <a:pPr lvl="1"/>
            <a:r>
              <a:rPr lang="en-US" dirty="0"/>
              <a:t>Purpose</a:t>
            </a:r>
          </a:p>
          <a:p>
            <a:pPr lvl="1"/>
            <a:r>
              <a:rPr lang="en-US" dirty="0"/>
              <a:t>Sincerity</a:t>
            </a:r>
          </a:p>
          <a:p>
            <a:pPr lvl="1"/>
            <a:r>
              <a:rPr lang="en-US" dirty="0"/>
              <a:t>Expressiveness</a:t>
            </a:r>
          </a:p>
          <a:p>
            <a:r>
              <a:rPr lang="en-US" dirty="0"/>
              <a:t>How might important features of the loop be emphasized?</a:t>
            </a:r>
          </a:p>
          <a:p>
            <a:r>
              <a:rPr lang="en-US" dirty="0"/>
              <a:t>How do the bugs you current have (or encountered) offer learning opportunities for you?</a:t>
            </a:r>
          </a:p>
        </p:txBody>
      </p:sp>
    </p:spTree>
    <p:extLst>
      <p:ext uri="{BB962C8B-B14F-4D97-AF65-F5344CB8AC3E}">
        <p14:creationId xmlns:p14="http://schemas.microsoft.com/office/powerpoint/2010/main" val="408124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3AFC-C1A1-5843-48AF-FDA035CD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2 –Reflection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66B45-1293-F8D1-F5F2-C487632F5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and add your own reflection ( What does it mean to create a </a:t>
            </a:r>
            <a:r>
              <a:rPr lang="en-US" i="1" dirty="0"/>
              <a:t>meaningful </a:t>
            </a:r>
            <a:r>
              <a:rPr lang="en-US" dirty="0"/>
              <a:t>game? Is it different than a </a:t>
            </a:r>
            <a:r>
              <a:rPr lang="en-US" i="1" dirty="0"/>
              <a:t>fun</a:t>
            </a:r>
            <a:r>
              <a:rPr lang="en-US" dirty="0"/>
              <a:t> game? How important is programming to the above aspects?)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240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02F86-6734-D25D-C6DC-EEF90CE77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P3 </a:t>
            </a:r>
            <a:r>
              <a:rPr lang="en-US" dirty="0"/>
              <a:t>– Final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29053-7A91-C1E6-E964-D0307E192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Screenshot of final product here</a:t>
            </a:r>
          </a:p>
        </p:txBody>
      </p:sp>
    </p:spTree>
    <p:extLst>
      <p:ext uri="{BB962C8B-B14F-4D97-AF65-F5344CB8AC3E}">
        <p14:creationId xmlns:p14="http://schemas.microsoft.com/office/powerpoint/2010/main" val="2899764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AFD36-34CC-4937-82F6-118F854B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P3 – Final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E788E-970E-6F16-B39A-7BB9CE697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might other individuals learn from the struggles you overcame in this project?</a:t>
            </a:r>
          </a:p>
          <a:p>
            <a:r>
              <a:rPr lang="en-US" dirty="0"/>
              <a:t>What have you learned about the interaction of your game </a:t>
            </a:r>
            <a:r>
              <a:rPr lang="en-US" i="1" dirty="0"/>
              <a:t>system</a:t>
            </a:r>
            <a:r>
              <a:rPr lang="en-US" dirty="0"/>
              <a:t> with the player </a:t>
            </a:r>
            <a:r>
              <a:rPr lang="en-US" i="1" dirty="0"/>
              <a:t>experience</a:t>
            </a:r>
            <a:endParaRPr lang="en-US" dirty="0"/>
          </a:p>
          <a:p>
            <a:pPr lvl="1"/>
            <a:r>
              <a:rPr lang="en-US" dirty="0"/>
              <a:t>When are they the same? When are they not? How do they influence and affect each other?</a:t>
            </a:r>
          </a:p>
          <a:p>
            <a:r>
              <a:rPr lang="en-US"/>
              <a:t>Something funny.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239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278</TotalTime>
  <Words>485</Words>
  <Application>Microsoft Office PowerPoint</Application>
  <PresentationFormat>Widescreen</PresentationFormat>
  <Paragraphs>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Bolter Slug</vt:lpstr>
      <vt:lpstr>Discussion 0</vt:lpstr>
      <vt:lpstr>Discussion 0.1</vt:lpstr>
      <vt:lpstr>Discussion 0.2</vt:lpstr>
      <vt:lpstr>Discussion 0.3</vt:lpstr>
      <vt:lpstr>Discussion 1</vt:lpstr>
      <vt:lpstr>Discussion 1 – Progress</vt:lpstr>
      <vt:lpstr>Discussion 1 – Screenshot / image</vt:lpstr>
      <vt:lpstr>Discussion 1 – Question about your game</vt:lpstr>
      <vt:lpstr>Discussion 1 –Aesthetics &amp; Meaning</vt:lpstr>
      <vt:lpstr>Discussion 1 – Meaning Reflection</vt:lpstr>
      <vt:lpstr>Discussion 2 –Aesthetics and Meaning</vt:lpstr>
      <vt:lpstr>Discussion 2 – Progress</vt:lpstr>
      <vt:lpstr>Discussion 2 – Screenshot / Image</vt:lpstr>
      <vt:lpstr>Discussion 2 –Question about your game</vt:lpstr>
      <vt:lpstr>Discussion 2</vt:lpstr>
      <vt:lpstr>Discussion 2 –Reflection</vt:lpstr>
      <vt:lpstr>P3 – Final Reflection</vt:lpstr>
      <vt:lpstr>P3 – Final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 your game title here }</dc:title>
  <dc:creator>Travis Faas</dc:creator>
  <cp:lastModifiedBy>Terry, Jake</cp:lastModifiedBy>
  <cp:revision>39</cp:revision>
  <dcterms:created xsi:type="dcterms:W3CDTF">2023-08-18T12:11:00Z</dcterms:created>
  <dcterms:modified xsi:type="dcterms:W3CDTF">2025-11-21T03:11:12Z</dcterms:modified>
</cp:coreProperties>
</file>